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9f2528917d42bd" /><Relationship Type="http://schemas.openxmlformats.org/officeDocument/2006/relationships/extended-properties" Target="/docProps/app.xml" Id="R25ba2ce512f74add" /><Relationship Type="http://schemas.openxmlformats.org/officeDocument/2006/relationships/officeDocument" Target="/ppt/presentation.xml" Id="R33e63797ca714f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bf7236bbd44426"/>
  </p:sldMasterIdLst>
  <p:notesMasterIdLst>
    <p:notesMasterId xmlns:r="http://schemas.openxmlformats.org/officeDocument/2006/relationships" r:id="R055e326fc1184c3d"/>
  </p:notesMasterIdLst>
  <p:sldIdLst>
    <p:sldId xmlns:r="http://schemas.openxmlformats.org/officeDocument/2006/relationships" id="256" r:id="R3b66a0bf5595493d"/>
    <p:sldId xmlns:r="http://schemas.openxmlformats.org/officeDocument/2006/relationships" id="257" r:id="Rc158d4e9f4ce47d1"/>
    <p:sldId xmlns:r="http://schemas.openxmlformats.org/officeDocument/2006/relationships" id="258" r:id="R7ead8345453b499f"/>
    <p:sldId xmlns:r="http://schemas.openxmlformats.org/officeDocument/2006/relationships" id="259" r:id="R58c4c518c9d54ed1"/>
    <p:sldId xmlns:r="http://schemas.openxmlformats.org/officeDocument/2006/relationships" id="260" r:id="R8fc3e1238788409b"/>
    <p:sldId xmlns:r="http://schemas.openxmlformats.org/officeDocument/2006/relationships" id="261" r:id="R5f88d2bed10a4ebe"/>
    <p:sldId xmlns:r="http://schemas.openxmlformats.org/officeDocument/2006/relationships" id="262" r:id="R56aee687c00f4c5f"/>
    <p:sldId xmlns:r="http://schemas.openxmlformats.org/officeDocument/2006/relationships" id="263" r:id="Re1d7246268c54d78"/>
    <p:sldId xmlns:r="http://schemas.openxmlformats.org/officeDocument/2006/relationships" id="264" r:id="R8ad2c3e958e243c6"/>
    <p:sldId xmlns:r="http://schemas.openxmlformats.org/officeDocument/2006/relationships" id="265" r:id="R12f351be36a84e58"/>
    <p:sldId xmlns:r="http://schemas.openxmlformats.org/officeDocument/2006/relationships" id="266" r:id="R06bd4b9a7dd947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024868f47441bd" /><Relationship Type="http://schemas.openxmlformats.org/officeDocument/2006/relationships/slideMaster" Target="/ppt/slideMasters/slideMaster1.xml" Id="R0dbf7236bbd44426" /><Relationship Type="http://schemas.openxmlformats.org/officeDocument/2006/relationships/notesMaster" Target="/ppt/notesMasters/notesMaster1.xml" Id="R055e326fc1184c3d" /><Relationship Type="http://schemas.openxmlformats.org/officeDocument/2006/relationships/presProps" Target="/ppt/presProps.xml" Id="Rccd2cac4d269441a" /><Relationship Type="http://schemas.openxmlformats.org/officeDocument/2006/relationships/tableStyles" Target="/ppt/tableStyles.xml" Id="R15ba6037e0f94d85" /><Relationship Type="http://schemas.openxmlformats.org/officeDocument/2006/relationships/slide" Target="/ppt/slides/slide1.xml" Id="R3b66a0bf5595493d" /><Relationship Type="http://schemas.openxmlformats.org/officeDocument/2006/relationships/slide" Target="/ppt/slides/slide2.xml" Id="Rc158d4e9f4ce47d1" /><Relationship Type="http://schemas.openxmlformats.org/officeDocument/2006/relationships/slide" Target="/ppt/slides/slide3.xml" Id="R7ead8345453b499f" /><Relationship Type="http://schemas.openxmlformats.org/officeDocument/2006/relationships/slide" Target="/ppt/slides/slide4.xml" Id="R58c4c518c9d54ed1" /><Relationship Type="http://schemas.openxmlformats.org/officeDocument/2006/relationships/slide" Target="/ppt/slides/slide5.xml" Id="R8fc3e1238788409b" /><Relationship Type="http://schemas.openxmlformats.org/officeDocument/2006/relationships/slide" Target="/ppt/slides/slide6.xml" Id="R5f88d2bed10a4ebe" /><Relationship Type="http://schemas.openxmlformats.org/officeDocument/2006/relationships/slide" Target="/ppt/slides/slide7.xml" Id="R56aee687c00f4c5f" /><Relationship Type="http://schemas.openxmlformats.org/officeDocument/2006/relationships/slide" Target="/ppt/slides/slide8.xml" Id="Re1d7246268c54d78" /><Relationship Type="http://schemas.openxmlformats.org/officeDocument/2006/relationships/slide" Target="/ppt/slides/slide9.xml" Id="R8ad2c3e958e243c6" /><Relationship Type="http://schemas.openxmlformats.org/officeDocument/2006/relationships/slide" Target="/ppt/slides/slide10.xml" Id="R12f351be36a84e58" /><Relationship Type="http://schemas.openxmlformats.org/officeDocument/2006/relationships/slide" Target="/ppt/slides/slide11.xml" Id="R06bd4b9a7dd947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2b65cbbc3141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eeeda5ac354214" /><Relationship Type="http://schemas.openxmlformats.org/officeDocument/2006/relationships/notesMaster" Target="/ppt/notesMasters/notesMaster1.xml" Id="R3b44c985468c40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f058b6c645439b" /><Relationship Type="http://schemas.openxmlformats.org/officeDocument/2006/relationships/notesMaster" Target="/ppt/notesMasters/notesMaster1.xml" Id="Rd1f89e380e7c44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85828d862f4cfa" /><Relationship Type="http://schemas.openxmlformats.org/officeDocument/2006/relationships/notesMaster" Target="/ppt/notesMasters/notesMaster1.xml" Id="R8b2490fed7484e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2f6e8badba4802" /><Relationship Type="http://schemas.openxmlformats.org/officeDocument/2006/relationships/notesMaster" Target="/ppt/notesMasters/notesMaster1.xml" Id="Rbb03441596f146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661fba4e43438e" /><Relationship Type="http://schemas.openxmlformats.org/officeDocument/2006/relationships/notesMaster" Target="/ppt/notesMasters/notesMaster1.xml" Id="Rcb7531fc699046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0d51c980e545ef" /><Relationship Type="http://schemas.openxmlformats.org/officeDocument/2006/relationships/notesMaster" Target="/ppt/notesMasters/notesMaster1.xml" Id="Rc260787fb8bb43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e15014607b470f" /><Relationship Type="http://schemas.openxmlformats.org/officeDocument/2006/relationships/notesMaster" Target="/ppt/notesMasters/notesMaster1.xml" Id="R044962a2f7f04a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b40f1b8d6249a5" /><Relationship Type="http://schemas.openxmlformats.org/officeDocument/2006/relationships/notesMaster" Target="/ppt/notesMasters/notesMaster1.xml" Id="R02abb72250f140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30886895f549dc" /><Relationship Type="http://schemas.openxmlformats.org/officeDocument/2006/relationships/notesMaster" Target="/ppt/notesMasters/notesMaster1.xml" Id="R7f44d3c9a68246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29ab70714e44f6" /><Relationship Type="http://schemas.openxmlformats.org/officeDocument/2006/relationships/notesMaster" Target="/ppt/notesMasters/notesMaster1.xml" Id="R6cd5c084b4f14a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14a89942d245ef" /><Relationship Type="http://schemas.openxmlformats.org/officeDocument/2006/relationships/notesMaster" Target="/ppt/notesMasters/notesMaster1.xml" Id="R1f20712eda6442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开场先强调：首版是决策轻闭环，不是只读看板。范围只到 SPU。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/Users/peter123/Documents/work/商品经营利润决策/趣然AI商品经营利润决策助手/output/PRD详细版.md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讲清楚数据刷新与状态刷新是两件事：一周只生成一次新判断。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/Users/peter123/Documents/work/商品经营利润决策/趣然AI商品经营利润决策助手/output/PRD详细版.md</a:t>
            </a:r>
          </a:p>
          <a:p xmlns:a="http://schemas.openxmlformats.org/drawingml/2006/main">
            <a:r>
              <a:t>- /Users/peter123/Documents/work/商品经营利润决策/趣然AI商品经营利润决策助手/output/requirements.md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强调损失来自“发现滞后 + 跨部门动作断裂”，不是单个指标没展示。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/Users/peter123/Documents/work/商品经营利润决策/趣然AI商品经营利润决策助手/output/PRD详细版.md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主动说明价值边界，避免把单个案例包装成公司级投资回报。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/Users/peter123/Documents/work/商品经营利润决策/趣然AI商品经营利润决策助手/output/PRD详细版.md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这是产品可信度的核心：AI 不参与阈值和主动作裁决。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/Users/peter123/Documents/work/商品经营利润决策/趣然AI商品经营利润决策助手/output/PRD详细版.md</a:t>
            </a:r>
          </a:p>
          <a:p xmlns:a="http://schemas.openxmlformats.org/drawingml/2006/main">
            <a:r>
              <a:t>- /Users/peter123/Documents/work/商品经营利润决策/趣然AI商品经营利润决策助手/output/requirements.md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阶段五定型点：建议整体审核，动作分开执行；状态也必须分层。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/Users/peter123/Documents/work/商品经营利润决策/趣然AI商品经营利润决策助手/output/PRD详细版.md</a:t>
            </a:r>
          </a:p>
          <a:p xmlns:a="http://schemas.openxmlformats.org/drawingml/2006/main">
            <a:r>
              <a:t>- /Users/peter123/Documents/work/商品经营利润决策/趣然AI商品经营利润决策助手/output/requirements.md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建议不是风险标签；四要素缺一就无法审核或执行。示例只表达结构，不补造 515 的具体利润率。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/Users/peter123/Documents/work/商品经营利润决策/趣然AI商品经营利润决策助手/output/PRD详细版.md</a:t>
            </a:r>
          </a:p>
          <a:p xmlns:a="http://schemas.openxmlformats.org/drawingml/2006/main">
            <a:r>
              <a:t>- /Users/peter123/Documents/work/商品经营利润决策/趣然AI商品经营利润决策助手/output/requirements.md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阶段五定型点：新品年龄绑定批次业务截止日；字段不足只阻断依赖它的判断。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/Users/peter123/Documents/work/商品经营利润决策/趣然AI商品经营利润决策助手/output/PRD详细版.md</a:t>
            </a:r>
          </a:p>
          <a:p xmlns:a="http://schemas.openxmlformats.org/drawingml/2006/main">
            <a:r>
              <a:t>- /Users/peter123/Documents/work/商品经营利润决策/趣然AI商品经营利润决策助手/output/requirements.md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采购最小权限、部署密钥与全链路审计是轻闭环可控的三条底线。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/Users/peter123/Documents/work/商品经营利润决策/趣然AI商品经营利润决策助手/output/PRD详细版.md</a:t>
            </a:r>
          </a:p>
          <a:p xmlns:a="http://schemas.openxmlformats.org/drawingml/2006/main">
            <a:r>
              <a:t>- /Users/peter123/Documents/work/商品经营利润决策/趣然AI商品经营利润决策助手/output/requirements.md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路线图必须区分已承诺、需要补齐的前置数据和仅候选的后续能力。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/Users/peter123/Documents/work/商品经营利润决策/趣然AI商品经营利润决策助手/output/PRD详细版.md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收尾回到验收结果：真实数据、真实问题、完整建议、真实闭环。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/Users/peter123/Documents/work/商品经营利润决策/趣然AI商品经营利润决策助手/output/PRD详细版.md</a:t>
            </a:r>
          </a:p>
          <a:p xmlns:a="http://schemas.openxmlformats.org/drawingml/2006/main">
            <a:r>
              <a:t>- /Users/peter123/Documents/work/商品经营利润决策/趣然AI商品经营利润决策助手/output/requirements.md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b39b8dde14c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0d15bd856d4a65" /><Relationship Type="http://schemas.openxmlformats.org/officeDocument/2006/relationships/slideLayout" Target="/ppt/slideLayouts/slideLayout1.xml" Id="R14e9d7f3dc0844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e9d7f3dc0844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07e7410be4110" /><Relationship Type="http://schemas.openxmlformats.org/officeDocument/2006/relationships/notesSlide" Target="/ppt/notesSlides/notesSlide1.xml" Id="R3c1daa7b28e642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4203ab55a4666" /><Relationship Type="http://schemas.openxmlformats.org/officeDocument/2006/relationships/notesSlide" Target="/ppt/notesSlides/notesSlide2.xml" Id="R072a34b04bb042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92b1225284ce1" /><Relationship Type="http://schemas.openxmlformats.org/officeDocument/2006/relationships/notesSlide" Target="/ppt/notesSlides/notesSlide3.xml" Id="Re119d82664594c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bbfb430f14ce9" /><Relationship Type="http://schemas.openxmlformats.org/officeDocument/2006/relationships/notesSlide" Target="/ppt/notesSlides/notesSlide4.xml" Id="Rc6dcb5a987c444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f0132839149cf" /><Relationship Type="http://schemas.openxmlformats.org/officeDocument/2006/relationships/notesSlide" Target="/ppt/notesSlides/notesSlide5.xml" Id="R723ce2a77d1549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7b7e431f24916" /><Relationship Type="http://schemas.openxmlformats.org/officeDocument/2006/relationships/notesSlide" Target="/ppt/notesSlides/notesSlide6.xml" Id="R5e8db1050a6d46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8b432dddf48ae" /><Relationship Type="http://schemas.openxmlformats.org/officeDocument/2006/relationships/notesSlide" Target="/ppt/notesSlides/notesSlide7.xml" Id="R5aaa6099893340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3db67e7304397" /><Relationship Type="http://schemas.openxmlformats.org/officeDocument/2006/relationships/notesSlide" Target="/ppt/notesSlides/notesSlide8.xml" Id="Rb46ed8426bf345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59c707d434f33" /><Relationship Type="http://schemas.openxmlformats.org/officeDocument/2006/relationships/notesSlide" Target="/ppt/notesSlides/notesSlide9.xml" Id="R0a63d186c0c145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2c197d4724ea6" /><Relationship Type="http://schemas.openxmlformats.org/officeDocument/2006/relationships/notesSlide" Target="/ppt/notesSlides/notesSlide10.xml" Id="R1a022861d9ff4c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590745e5149d3" /><Relationship Type="http://schemas.openxmlformats.org/officeDocument/2006/relationships/notesSlide" Target="/ppt/notesSlides/notesSlide11.xml" Id="Rea39c95217dd4e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D8FE4-B49E-41DC-8002-A3D6597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趣然电商 · 玩具事业部 · V0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09C90-6A7C-4DBB-A58B-31A8B858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AI 商品经营</a:t>
            </a:r>
          </a:p>
          <a:p xmlns:a="http://schemas.openxmlformats.org/drawingml/2006/main">
            <a:pPr algn="l">
              <a:defRPr sz="43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与利润决策助手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FEFAB-5585-4101-9835-1FE47648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用固定规则统一利润、推广与补货决策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F4B30-AFF0-4A2F-A7DD-9F5CCE55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464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CBF5E-A7CF-4018-9D3C-80EB6D38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10—20 个真实 SPU｜每周生成｜轻闭环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BC0CA-4780-41C8-A153-C6E319D9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171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D2069-41F4-4DA8-AB22-1E6A82B1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C6597-3C13-4E79-A8C2-6F3BC903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812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导入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0418A-62A3-454B-8CC9-9633BB5B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24000"/>
            <a:ext cx="171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1D0D9-7FC9-4B96-ABC1-DAC87D15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954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FC282-4D28-496B-8B72-5707954F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812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ADF85-8B2A-4A54-BDDA-A91948B1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171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098B2-4ACF-44DE-9AA3-92E96CD9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BD6BB-2F6B-47B6-AF54-49FE0B73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审核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F001D-CE5F-4936-9A92-DCAF2EF2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19450"/>
            <a:ext cx="171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09AB5-F84A-47EF-8622-AFBB4D82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90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B46D4-CCD6-410D-ACA5-0670E4F1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766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047DC-BE50-48D1-BAB3-E3BDF48C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不是经营看板，而是把规则结论送进审核、执行与结果记录。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71B57-FA54-4DB3-B9E4-534D9697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阶段 6 正式版 · 2026</a:t>
            </a:r>
          </a:p>
        </p:txBody>
      </p:sp>
    </p:spTree>
    <p:extLst>
      <p:ext uri="{BB962C8B-B14F-4D97-AF65-F5344CB8AC3E}">
        <p14:creationId xmlns:p14="http://schemas.microsoft.com/office/powerpoint/2010/main" val="7775606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345C6-1909-440F-9973-EE7D9D0B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执行摘要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79CFF-895A-48F3-A9B2-FBA6964C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每周形成一次新判断，一周内持续推进动作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8C145-6CE1-435D-8D3D-896BBED1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430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CAC76-DCA4-430B-8917-9CB5098E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02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B253D-E6DD-4A72-BB0E-54F5F2BB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433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643B7-15AD-404D-A7D1-A5EDCA92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E987D-136A-4F25-A2CA-3CCC2B2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ACF39-D561-439E-9F67-B2BE4141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统一利润标准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380A0-94C2-461A-9581-4DEC2191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1242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同一批数据、同一规则版本得到相同的商品分类、主动作与补货结论。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3D2B6-CA04-4701-823A-5F780D01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5433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A9503-0103-4E39-A47C-73E7BEEB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8BC1A-FFE3-4A73-806F-C09FDAF9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94224-418D-42D8-8791-C39D5CF3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阻断动作冲突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E43C7-601C-4064-A1A0-EE4C7854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95600"/>
            <a:ext cx="31242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止损或清仓与“禁止补货”同时生成，避免运营减投后采购继续补货。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0C158-C524-446A-9B8C-06AF0E15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5433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35CA1-4775-4DCE-8442-5B935A07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46391-C631-46D1-B30D-B1560329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10CCD-AF7C-4423-BCF5-EFECF13A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全程可追溯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5CEDE-FC3A-4E95-A6B0-78862B75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31242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保留批次、业务截止日、规则版本、原始关键值与审核执行历史。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A7354-E2D8-410F-A85D-54C541DC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AF4AA-B4D4-44AB-B5A4-832C227A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周一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042D2-F04D-43A3-9824-29BB8662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24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导入新经营表 → 固定规则生成新清单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606F26-17AD-4F8F-B594-D0EC3931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625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周内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EFC6F-0BBD-4C47-8889-FA6B5584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244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只更新审核、执行和结果状态</a:t>
            </a:r>
          </a:p>
        </p:txBody>
      </p:sp>
    </p:spTree>
    <p:extLst>
      <p:ext uri="{BB962C8B-B14F-4D97-AF65-F5344CB8AC3E}">
        <p14:creationId xmlns:p14="http://schemas.microsoft.com/office/powerpoint/2010/main" val="1242993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8632D8-8CCE-487D-A9D7-D0360B4A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核心痛点场景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6B13A-35D3-48AD-B328-2156BDF8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515 案例：两次断点叠加成真实损失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98AB3-0FEC-4478-A12B-25BC651C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430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BA135-8A6D-4738-BC80-401BA5F6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03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08F31-89F6-4843-AC82-F23298B3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5A260-BD7A-45C6-B914-61A628E6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EDFE1-47DF-4294-A9CE-F1E9872D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986D8-B03B-41E5-A029-7539101C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亏损推广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6AC41-6BA1-42F1-9642-0D5F65D2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前期持续以亏损方式推广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C550C-3F80-430F-BB09-7621551D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765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4549D-6FF6-4FFE-A45F-158BCF1B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050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633B9-A20D-4092-9FA1-F5703083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56803-95A3-436A-9D3C-538C44EE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050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20071-5D98-4110-B50A-EDC84664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发现滞后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60EEB-065E-4C06-B8B7-4731F272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385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月度利润报表后才发现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2DE75-2FB4-4547-AFE3-EBACC527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765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B82A4-52EC-46C9-886A-400065F9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68DBA-341A-4675-BCC2-0075067D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0B156-F094-49DD-AF0D-2189BEDB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050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19F20-7BEC-44DB-9571-19DE1C1E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运营减投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7A104-0807-4515-B436-5BBAAD46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减少推广但未同步采购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2CE94-0366-487D-BF2E-5D9418A9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765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37441-DD53-45B1-AC00-F05AC223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050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75C654-1A87-4056-9BC9-B85B6E47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E96663-9E92-4375-B02D-BE8EEADB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050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5CB5A-386F-463A-BFF9-46950932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7432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采购续补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6E4979-A0E0-4237-A048-111FBB8C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2385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仍按旧销量继续补货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00769-3759-4B66-81E6-98791A08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94E5A0-FF36-4864-80E0-A355328E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约 2 个月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C67519-0827-475B-95F0-076E7C66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8BCC4"/>
                </a:solidFill>
                <a:latin typeface="PingFang SC"/>
                <a:ea typeface="PingFang SC"/>
                <a:cs typeface="PingFang SC"/>
              </a:rPr>
              <a:t>发现延迟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A3D9D0-747E-4E13-B03C-43E0320B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629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约 3000 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5BE404-11BC-41FC-9817-667001F5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143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8BCC4"/>
                </a:solidFill>
                <a:latin typeface="PingFang SC"/>
                <a:ea typeface="PingFang SC"/>
                <a:cs typeface="PingFang SC"/>
              </a:rPr>
              <a:t>滞销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216290-9EEE-4E74-B854-374EFC38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约 10 万元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F9FCF4-2621-453C-AD39-321E56C3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43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8BCC4"/>
                </a:solidFill>
                <a:latin typeface="PingFang SC"/>
                <a:ea typeface="PingFang SC"/>
                <a:cs typeface="PingFang SC"/>
              </a:rPr>
              <a:t>库存占用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47701E-1DB7-47D4-86E8-17E3E9BA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29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约 6 万元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196088-C464-465A-8B9A-AEABC8EC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143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8BCC4"/>
                </a:solidFill>
                <a:latin typeface="PingFang SC"/>
                <a:ea typeface="PingFang SC"/>
                <a:cs typeface="PingFang SC"/>
              </a:rPr>
              <a:t>利润损失</a:t>
            </a:r>
          </a:p>
        </p:txBody>
      </p:sp>
    </p:spTree>
    <p:extLst>
      <p:ext uri="{BB962C8B-B14F-4D97-AF65-F5344CB8AC3E}">
        <p14:creationId xmlns:p14="http://schemas.microsoft.com/office/powerpoint/2010/main" val="539231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49A28-440E-41D1-8CF6-9856D7DD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价值证据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0114C-F934-40AC-8D1C-D45420B3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价值先用真实案例验证，不外推公司级 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74ABF-3FFB-4E34-AFAF-EBC827CD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430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EE493-D119-46B4-986F-C34A8180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04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580D9-754A-4033-AD2E-DA526587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阶段 2 的价值论证未执行；首版只使用已确认的 515 量化事实。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2F089-00A0-48F2-B0F8-5FBC25F4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5433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E54F2-DF17-42F5-ACC3-7792D797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≈ 3000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60C67-09AA-4034-92C3-D97C9BB8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件滞销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F16CE-CBB1-473A-B9B0-2EC1A35C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B8D34-D5F3-4F1B-A2FD-E0B9E77C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35433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EE673-427E-425F-8FA7-8AC71F91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≈ 10 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49349-F2DD-4543-8C11-21E98428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元库存占用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E3384-A5DC-4258-8A01-92056654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62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E9B87-B6F5-4561-9988-5304D3FA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5433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F9E83-3698-41D8-8F97-CDC46029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≈ 6 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26D71-66D5-45E0-9E83-7FCDDF66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623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元利润损失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52074-0309-4D37-B328-AABDED84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62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9C06D-AD2F-468B-B748-4D7BDF05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847B8-231C-4081-92C8-9C1E1C62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边界：这些数字证明决策断点会造成真实损失，但不能直接外推为全公司年度收益。</a:t>
            </a:r>
          </a:p>
        </p:txBody>
      </p:sp>
    </p:spTree>
    <p:extLst>
      <p:ext uri="{BB962C8B-B14F-4D97-AF65-F5344CB8AC3E}">
        <p14:creationId xmlns:p14="http://schemas.microsoft.com/office/powerpoint/2010/main" val="1405342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4597D-09F4-43FA-B2AE-B0E6FF53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产品设计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57014-FD02-4A43-BBF0-E886338C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固定规则负责判定，AI 负责表达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ACF87-5D29-490C-90ED-667B032A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430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33C88-2346-4EC0-9CBE-4EA84E11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05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C67D8-BF4C-4CCA-A90A-CC9DA054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48159-2B49-4634-944E-5C4E296A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09750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CFF2E-874A-4DC1-B2BD-08C7B54D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固定规则｜最终判定权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C0F4C-A278-4898-86DD-A9B4AB37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商品分类</a:t>
            </a:r>
          </a:p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利润与品退阈值</a:t>
            </a:r>
          </a:p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主动作优先级</a:t>
            </a:r>
          </a:p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补货冲突处理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2631A-6869-48F3-ABE2-BBFD44B8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95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AI｜解释与排序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A9C09-27DA-4685-8E42-DD51AC37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62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组织对象、问题、依据和动作</a:t>
            </a:r>
          </a:p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同层建议排序</a:t>
            </a:r>
          </a:p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非覆盖式优化提示</a:t>
            </a:r>
          </a:p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失败时使用结构化兜底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5D36F-86B7-4F78-8A72-434D3C37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9525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07C0E-8886-4A0F-BCE8-01D27E84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86100"/>
            <a:ext cx="609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78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不可</a:t>
            </a:r>
          </a:p>
          <a:p xmlns:a="http://schemas.openxmlformats.org/drawingml/2006/main">
            <a:pPr algn="ctr">
              <a:defRPr sz="16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越界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C8526-9173-4176-B959-A08461DE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E12D2-2C4D-4795-B902-0F20B4C0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动作优先级：清仓 &gt; 止损 &gt; 观察 &gt; 加投 &gt; 维持</a:t>
            </a:r>
          </a:p>
        </p:txBody>
      </p:sp>
    </p:spTree>
    <p:extLst>
      <p:ext uri="{BB962C8B-B14F-4D97-AF65-F5344CB8AC3E}">
        <p14:creationId xmlns:p14="http://schemas.microsoft.com/office/powerpoint/2010/main" val="1321846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299EFE-132F-4E33-8765-8EE6F397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产品设计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E18D6-04BE-4180-AA73-0C27927D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整条建议审核，经营与库存动作分开执行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AD879-0A6C-4411-8C5E-A5259BF7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430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BDD87-699E-4193-81A9-55809AFE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06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E995B-37FB-495A-AB9D-75F9C917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D61CB-8A3C-43E3-8D1F-70FF13F4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9C32F-8BB4-404F-B8E7-EF2BB6BE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导入校验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C6260-09FE-4876-BD0C-5699A120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66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802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4FFC6-8E77-4218-A7A5-9ECE322B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14500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DBC8F-0CB4-4C3B-8BF7-B6B5295D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57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36175-2B38-4846-A7B1-8C28D078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90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规则 + 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7416D-DE4B-4C11-BF8F-F3EE9CFC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66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802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DB815-1C6B-4D26-B43D-7CC3353D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63238-39B3-49F8-966D-7FA7E6C5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57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905B4-E07B-4E83-8AF9-8EBA839D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整体审核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1CF98-0B2A-40D2-A8CC-704F8730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066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802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A235A-023C-4B23-9A5F-1FE52EEE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14500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59DA9-2D0D-43B3-878C-A72FF8EC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57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14BD4-B3FF-4662-9821-4364E391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90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分派执行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57086-5AED-4AAB-A7E5-248ABC72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66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802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60F94-88F3-43B2-AC7C-41082F1C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14500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A10C9-14B8-4C68-8434-BFCE02DF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57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E2FF5-43AF-4FFC-96B7-93D46471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结果回填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426AB-C0E7-4A25-A0AD-2A6A990C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审核通过后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79167-4249-49D2-AEE0-6D9622D9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139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2CF23A-DA89-4D55-A5EB-1BE6CC2E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运营泳道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37FB6D-8D2C-441E-8356-917C9F13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加投 / 观察 / SPU 推广止损 / 清仓 → 记录经营结果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71353F-25F7-423F-B2C3-E93E0787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5A939-55D8-42AE-BE06-2E197B79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采购计划泳道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DC8D44-BABD-46A5-9C36-D6311AC1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05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补货 / 禁止补货 → 记录采购执行结果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604FF2-0551-4AC7-AB03-AC1AFC82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91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DFF818-2342-4ADE-8A2E-530878EB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止损或清仓与“禁止补货”原子生成，主管不能拆开审核。</a:t>
            </a:r>
          </a:p>
        </p:txBody>
      </p:sp>
    </p:spTree>
    <p:extLst>
      <p:ext uri="{BB962C8B-B14F-4D97-AF65-F5344CB8AC3E}">
        <p14:creationId xmlns:p14="http://schemas.microsoft.com/office/powerpoint/2010/main" val="313228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BCF7FA-FD27-4331-AC8A-4E37E810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产品设计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2D10C-214C-4C19-A916-306ABFB9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每条建议都必须能直接审核和执行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12A4E-1C7E-45FE-B99A-9A765640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430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0F107-9EDA-48CE-AFF7-07801CA8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07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C36D9-D2F5-46C6-BA41-B5E4673E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600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BE45C-7014-4FCE-A485-7F598EDE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600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54824-8714-469A-8DD0-CDF51458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CBE81-108E-403C-A869-00482FFA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18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具体对象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14ED1-141E-4DC9-A9DB-F50B2AEF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18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SPU ID、链接名称、店铺、平台、责任运营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3E39A-5F56-42AC-917C-83E2B225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600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76EAC-6064-4C05-A5BA-5B612D79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600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62CEB-BBD4-47F4-B823-CBE5CC81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F356C-F2E8-42CA-84DF-46082AA6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518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发现问题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5600E-9DC0-4110-87DE-85B69EFB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518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利润、销售、品退或库存触发了什么风险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3594A-3A6E-450E-8CC4-E023BA9B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5600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880F6-1FBA-4896-B313-1095DC04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5600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BF4C6-B9F0-4CBE-A991-EDF5EFCC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D546B-95DA-49C6-83EA-4E368036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18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关键依据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80B52-CB74-427A-87A6-00D53F2A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18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原始关键值、统计期间、规则版本与阈值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FFF77-B3D8-4786-A666-22F4E4CE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5600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00749-1771-4D74-B0FC-187655EE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5600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A6E64A-70C7-42EB-ABF8-B9FC9F5A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719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F484D-57ED-4265-91EF-C964A926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518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推荐动作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9E0BFC-2F01-4F92-BEE5-847BC326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518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唯一主动作 + 补货/禁补结论 + 责任人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55351A-C73F-49F0-9DD4-2405F889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E21B7-BA7E-4805-BFC1-0A1F564B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示例：SPU 515｜利润率触发止损线｜展示原始值与规则版本｜停止整体推广并禁止补货</a:t>
            </a:r>
          </a:p>
        </p:txBody>
      </p:sp>
    </p:spTree>
    <p:extLst>
      <p:ext uri="{BB962C8B-B14F-4D97-AF65-F5344CB8AC3E}">
        <p14:creationId xmlns:p14="http://schemas.microsoft.com/office/powerpoint/2010/main" val="14934187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6F3D9-6318-453A-8770-108AFA95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技术方案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9EFB6-6F4C-4ECD-A1CF-008B3495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SPU 是唯一决策粒度；缺什么就降级什么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AF1B2-BF8C-4095-AE96-EBEDD357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430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98197-6A49-4F58-80C3-BE01B0EA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08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4D81C-478B-41DB-991D-3C55A8AF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43300" cy="36385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BC363-E65D-4F67-949A-6CA85221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82ED8-00F9-4BED-9B60-ED5E82E2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C3588-7CAB-4C24-BC15-36295CA2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业务事实输入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6D574-9C81-424A-BD48-E988F417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12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SPU 身份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上一个完整自然月净销售额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表内经营准利润率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最近 7 天品退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条件库存与最近 14 天销量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6298C-B80D-44FF-A95F-C4B81ECA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3543300" cy="36385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20735-1D63-4076-BB20-85AF344C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DE339-0669-424A-A1B1-565458DF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9EF00-BF96-4820-B479-9812000F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确定性规则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DFAB9-6750-4730-BA72-D5AE4F2B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33700"/>
            <a:ext cx="312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新品年龄使用批次业务截止日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同一批次 + 同一规则版本可重放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不用上传日、访问日改变历史结论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E5C8E-152F-4861-93F3-68CC73FC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543300" cy="36385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3E668-D373-475B-9535-AAEAB851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CE867-FA68-4E54-A158-8E396A1D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54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DEGRADE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FD49B-D70A-4C9F-BD6C-55CCEE86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字段级降级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CB99A-203E-4CE4-9B81-DE4E9570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312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库存缺失：不生成补货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品退周期未证明：不据此观察/加投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LiteLLM 失败：仍输出结构化规则建议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79501-5E58-475B-AE8A-637BAC2D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C11EC-EF92-434C-9225-B1B1A952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不使用默认值、推广费用或 AI 推测补齐经营事实</a:t>
            </a:r>
          </a:p>
        </p:txBody>
      </p:sp>
    </p:spTree>
    <p:extLst>
      <p:ext uri="{BB962C8B-B14F-4D97-AF65-F5344CB8AC3E}">
        <p14:creationId xmlns:p14="http://schemas.microsoft.com/office/powerpoint/2010/main" val="2056866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F5E6B-40FA-419F-843C-D503EE2A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技术方案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59A87-2F95-48F6-BA7F-8B3DB53E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权限、追溯与 LiteLLM 形成三层控制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50D37-50C3-463E-B5B8-827A2B78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430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AD205-0847-4B4F-B318-2A79DF89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09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A03B6-2D1E-4CDB-B3DE-4F92B446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1391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9CD0A-70A1-4E32-A606-EFEA4698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01 权限边界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72D42-0D46-4B65-A1CD-037B9FA1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431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运营/主管看完整经营信息；采购只见补货、库存和销量必要依据。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BBBFE-3E19-4405-A0F5-658D2F1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1391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F1B90-8DBE-41C7-BF0F-083050CF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 决策追溯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EA034-2208-4316-BDDE-A51CCCBF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批次、业务截止日、期间、规则版本、原始关键值、状态与操作者全部保留。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B230A-64B7-4CE5-977A-3C44ED4A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1391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EE4BD-571C-4682-8261-A2B63BED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03 网关安全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66A06-6C1C-4D34-98C9-7D2E9396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运维维护系统级部署密钥；普通用户无配置入口；AI 失败不阻塞清单。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6C17F-F375-4D67-BF4A-B63510B8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93681-F7D9-4160-8BFD-C36751C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并发保护：状态更新携带 version；过期提交被拒绝，并返回最新状态</a:t>
            </a:r>
          </a:p>
        </p:txBody>
      </p:sp>
    </p:spTree>
    <p:extLst>
      <p:ext uri="{BB962C8B-B14F-4D97-AF65-F5344CB8AC3E}">
        <p14:creationId xmlns:p14="http://schemas.microsoft.com/office/powerpoint/2010/main" val="17775325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2CE21-E726-456C-8DFB-DCE81AC6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完整路线图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541E1-0A53-4E10-B281-9A602D05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先跑通轻闭环，再按数据成熟度扩展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CBB1D-D721-4BC8-9CF0-A47370F1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430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2D3EB-5B2D-4FAF-B1AB-8124A11C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10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17A3C-9A9D-49B4-9129-7BBEC037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35433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50A85-324F-4D5B-8466-36328937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现在｜已承诺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0A31C-F343-41A2-8798-2FFD329D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V0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21B52-28E1-4D70-A550-D930212B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周度导入、固定规则、AI 解释、整体审核、分动作执行、结果与审计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E10B2-20AC-4B5B-82F3-A3B3E31E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337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1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51AD7-A28C-4C1B-8FAB-2E083322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35433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71D59-0E8A-4CBF-8A9B-11E56678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下一步｜前置补齐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606AA-0161-4913-997E-0854B9EB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数据成熟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A43CE-4460-43A6-A955-E4386787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库存/在途、最近 14 天销量、可信最近 7 天品退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61814-1345-4DD9-9777-B52677E6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1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65214-8B60-4AC1-8E25-D02BCCED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5433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6FA4A-87C5-419D-BC66-F13AAAA3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以后｜候选范围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EEE51-2EAE-4341-A1BA-3EDD0497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另行立项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27CE7-66CA-4B39-BBE8-DF2633DD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814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评价/退款原因、广告明细、外部系统写回、SKU 级能力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C847C-95AD-4265-A3E9-1A9408D4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扩展顺序由真实数据可得性决定，不提前承诺候选能力。</a:t>
            </a:r>
          </a:p>
        </p:txBody>
      </p:sp>
    </p:spTree>
    <p:extLst>
      <p:ext uri="{BB962C8B-B14F-4D97-AF65-F5344CB8AC3E}">
        <p14:creationId xmlns:p14="http://schemas.microsoft.com/office/powerpoint/2010/main" val="1145049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8287A-4697-43E5-912F-2990C1C7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当前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1D298-13F2-4263-8A24-C4CA8139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第一版完成，以真实业务评审通过为准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48E59-115E-4539-93AD-6F67C92C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430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FE04F-F32E-4F10-9728-6528D382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11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2C32A-BFBB-4413-8FD0-2D9F9201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6007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EF05E-8D46-4E1F-A110-64703FDA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E09E3-0A87-4A7D-AC87-455C9E14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E5A13-E308-41B8-9033-C68F92C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01  真实范围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B72BD-6F27-4A8A-81CD-69496143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90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玩具事业部导入 10—20 个真实 SPU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A0B8D-F0E8-496E-AF08-383CCDBD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6007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9AE3B-0488-4FF9-B96F-C25CB58F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7E97E-CC4B-40C2-891E-F53402B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57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B5E35-E706-4E4D-B8F6-D3B7210F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02  真实问题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A2D8A-A19C-4077-A72F-AF98CDA1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识别至少 3 个由真实数据触发的经营问题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9A8C8-D65F-48FE-A741-55707862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56007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C3687-E19C-4F07-9C15-754AC9D9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B924E-DE85-4073-A108-1D0DEDDF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5EE78-1B14-469B-80DC-392520EF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243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03  建议完整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4A7DA-8923-4803-ACBF-16A77A83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005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对象、问题、依据、动作齐全且可追溯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F7F032-4C93-423D-A9A2-CF231975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6007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3C5A4-E2B2-4DFA-A040-29C82C47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D81D0-E058-4829-9582-829ED22B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67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D0585-AFB1-4A8D-8815-34934E14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243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214"/>
                </a:solidFill>
                <a:latin typeface="PingFang SC"/>
                <a:ea typeface="PingFang SC"/>
                <a:cs typeface="PingFang SC"/>
              </a:rPr>
              <a:t>04  闭环走通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9B589-F942-4398-B937-31D26EC9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005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主管审核，运营/采购执行并记录结果；运营验收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FDCCB-F0A8-4ED3-A781-C57B9470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55DC9-1EB0-48BA-AD76-E8E04D75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下一步：用数据支持部门的真实经营表完成首轮导入与业务评审</a:t>
            </a:r>
          </a:p>
        </p:txBody>
      </p:sp>
    </p:spTree>
    <p:extLst>
      <p:ext uri="{BB962C8B-B14F-4D97-AF65-F5344CB8AC3E}">
        <p14:creationId xmlns:p14="http://schemas.microsoft.com/office/powerpoint/2010/main" val="1068867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2026-08-03T10:51:04.0910000Z</dcterms:created>
  <dcterms:modified xsi:type="dcterms:W3CDTF">2026-08-03T10:51:04.0910000Z</dcterms:modified>
</coreProperties>
</file>